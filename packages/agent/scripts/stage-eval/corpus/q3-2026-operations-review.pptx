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</p:sldIdLst>
  <p:sldSz cx="12192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"/>
          <p:cNvSpPr/>
          <p:nvPr/>
        </p:nvSpPr>
        <p:spPr/>
        <p:txBody>
          <a:bodyPr/>
          <a:p>
            <a:r>
              <a:t>Q3 2026 Operations Review</a:t>
            </a:r>
          </a:p>
          <a:p>
            <a:r>
              <a:t>Kestrel Freight Cooperative</a:t>
            </a:r>
          </a:p>
          <a:p>
            <a:r>
              <a:t>Prepared by the Operations Office, October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"/>
          <p:cNvSpPr/>
          <p:nvPr/>
        </p:nvSpPr>
        <p:spPr/>
        <p:txBody>
          <a:bodyPr/>
          <a:p>
            <a:r>
              <a:t>On-time delivery by warehouse, Q3 2026 (target: 95%)</a:t>
            </a:r>
          </a:p>
          <a:p>
            <a:r>
              <a:t>WH-01: 96.4%</a:t>
            </a:r>
          </a:p>
          <a:p>
            <a:r>
              <a:t>WH-02: 91.8%</a:t>
            </a:r>
          </a:p>
          <a:p>
            <a:r>
              <a:t>WH-03: 97.9%</a:t>
            </a:r>
          </a:p>
          <a:p>
            <a:r>
              <a:t>WH-04: 94.1%</a:t>
            </a:r>
          </a:p>
          <a:p>
            <a:r>
              <a:t>WH-05: 89.3%</a:t>
            </a:r>
          </a:p>
          <a:p>
            <a:r>
              <a:t>WH-06: 93.0%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"/>
          <p:cNvSpPr/>
          <p:nvPr/>
        </p:nvSpPr>
        <p:spPr/>
        <p:txBody>
          <a:bodyPr/>
          <a:p>
            <a:r>
              <a:t>Damaged shipments per 10,000, Q3 2026</a:t>
            </a:r>
          </a:p>
          <a:p>
            <a:r>
              <a:t>WH-01: 3.1</a:t>
            </a:r>
          </a:p>
          <a:p>
            <a:r>
              <a:t>WH-02: 4.7</a:t>
            </a:r>
          </a:p>
          <a:p>
            <a:r>
              <a:t>WH-03: 2.2</a:t>
            </a:r>
          </a:p>
          <a:p>
            <a:r>
              <a:t>WH-04: 3.9</a:t>
            </a:r>
          </a:p>
          <a:p>
            <a:r>
              <a:t>WH-05: 6.8</a:t>
            </a:r>
          </a:p>
          <a:p>
            <a:r>
              <a:t>WH-06: 2.9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"/>
          <p:cNvSpPr/>
          <p:nvPr/>
        </p:nvSpPr>
        <p:spPr/>
        <p:txBody>
          <a:bodyPr/>
          <a:p>
            <a:r>
              <a:t>Actions</a:t>
            </a:r>
          </a:p>
          <a:p>
            <a:r>
              <a:t>WH-05 improvement plan: owner is the site manager, deadline 15 December 2026.</a:t>
            </a:r>
          </a:p>
          <a:p>
            <a:r>
              <a:t>New automated sorter at WH-03: go-live 3 November 2026, capital cost 2.4 million EUR.</a:t>
            </a:r>
          </a:p>
          <a:p>
            <a:r>
              <a:t>WH-02 night shift pilot cancelled after the September review.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"/>
          <p:cNvSpPr/>
          <p:nvPr/>
        </p:nvSpPr>
        <p:spPr/>
        <p:txBody>
          <a:bodyPr/>
          <a:p>
            <a:r>
              <a:t>People</a:t>
            </a:r>
          </a:p>
          <a:p>
            <a:r>
              <a:t>Total headcount at 30 September 2026: 1,284 employees, of whom 212 are agency staff.</a:t>
            </a:r>
          </a:p>
        </p:txBody>
      </p:sp>
    </p:spTree>
  </p:cSld>
</p:sld>
</file>